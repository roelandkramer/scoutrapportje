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3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5" name="Shape 22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ti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eur en datum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Auteur en datum</a:t>
            </a:r>
          </a:p>
        </p:txBody>
      </p:sp>
      <p:sp>
        <p:nvSpPr>
          <p:cNvPr id="12" name="Naam presentati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Naam presentatie</a:t>
            </a:r>
          </a:p>
        </p:txBody>
      </p:sp>
      <p:sp>
        <p:nvSpPr>
          <p:cNvPr id="13" name="Hoofdtekst - niveau één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Ondertitel presentatie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en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's en limoenen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Naam presentati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Naam presentatie</a:t>
            </a:r>
          </a:p>
        </p:txBody>
      </p:sp>
      <p:sp>
        <p:nvSpPr>
          <p:cNvPr id="23" name="Auteur en datum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Auteur en datum</a:t>
            </a:r>
          </a:p>
        </p:txBody>
      </p:sp>
      <p:sp>
        <p:nvSpPr>
          <p:cNvPr id="24" name="Hoofdtekst - niveau één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Ondertitel presentatie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en f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chaal met zalmkoekjes, salade en humm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Naam dia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Naam dia</a:t>
            </a:r>
          </a:p>
        </p:txBody>
      </p:sp>
      <p:sp>
        <p:nvSpPr>
          <p:cNvPr id="34" name="Hoofdtekst - niveau één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Ondertitel dia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Dianumm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en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Naam dia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Naam dia</a:t>
            </a:r>
          </a:p>
        </p:txBody>
      </p:sp>
      <p:sp>
        <p:nvSpPr>
          <p:cNvPr id="43" name="Ondertitel di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Ondertitel dia</a:t>
            </a:r>
          </a:p>
        </p:txBody>
      </p:sp>
      <p:sp>
        <p:nvSpPr>
          <p:cNvPr id="44" name="Hoofdtekst - niveau één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Dia-opsommingstekst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Hoofdtekst - niveau één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Dia-opsommingstekst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, opsomm.,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Ondertitel di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Ondertitel dia</a:t>
            </a:r>
          </a:p>
        </p:txBody>
      </p:sp>
      <p:sp>
        <p:nvSpPr>
          <p:cNvPr id="61" name="Hoofdtekst - niveau één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Dia-opsommingstekst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Schaal pappardellepasta met peterselieboter, geroosterde hazelnoten en geraspte parmezaanse kaas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Naam dia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Naam dia</a:t>
            </a:r>
          </a:p>
        </p:txBody>
      </p:sp>
      <p:sp>
        <p:nvSpPr>
          <p:cNvPr id="64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, opsomming en livevideo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Ondertitel di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Ondertitel dia</a:t>
            </a:r>
          </a:p>
        </p:txBody>
      </p:sp>
      <p:sp>
        <p:nvSpPr>
          <p:cNvPr id="72" name="Hoofdtekst - niveau één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Dia-opsommingstekst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Naam dia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Naam dia</a:t>
            </a:r>
          </a:p>
        </p:txBody>
      </p:sp>
      <p:sp>
        <p:nvSpPr>
          <p:cNvPr id="74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, opsomming en livevideo gro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Ondertitel di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Ondertitel dia</a:t>
            </a:r>
          </a:p>
        </p:txBody>
      </p:sp>
      <p:sp>
        <p:nvSpPr>
          <p:cNvPr id="82" name="Hoofdtekst - niveau één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Dia-opsommingstekst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Naam dia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Naam dia</a:t>
            </a:r>
          </a:p>
        </p:txBody>
      </p:sp>
      <p:sp>
        <p:nvSpPr>
          <p:cNvPr id="84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etitel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Sectietitel</a:t>
            </a:r>
          </a:p>
        </p:txBody>
      </p:sp>
      <p:sp>
        <p:nvSpPr>
          <p:cNvPr id="92" name="Dianumm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aam dia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Naam dia</a:t>
            </a:r>
          </a:p>
        </p:txBody>
      </p:sp>
      <p:sp>
        <p:nvSpPr>
          <p:cNvPr id="100" name="Ondertitel di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Ondertitel dia</a:t>
            </a:r>
          </a:p>
        </p:txBody>
      </p:sp>
      <p:sp>
        <p:nvSpPr>
          <p:cNvPr id="101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el agenda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Titel agenda</a:t>
            </a:r>
          </a:p>
        </p:txBody>
      </p:sp>
      <p:sp>
        <p:nvSpPr>
          <p:cNvPr id="109" name="Ondertitel agend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Ondertitel agenda</a:t>
            </a:r>
          </a:p>
        </p:txBody>
      </p:sp>
      <p:sp>
        <p:nvSpPr>
          <p:cNvPr id="110" name="Hoofdtekst - niveau één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Agendaonderwerpen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Ui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Hoofdtekst - niveau één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Uiting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Groot f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Hoofdtekst - niveau één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Feitinformati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Feitinformatie</a:t>
            </a:r>
          </a:p>
        </p:txBody>
      </p:sp>
      <p:sp>
        <p:nvSpPr>
          <p:cNvPr id="128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oekenning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Toekenning</a:t>
            </a:r>
          </a:p>
        </p:txBody>
      </p:sp>
      <p:sp>
        <p:nvSpPr>
          <p:cNvPr id="136" name="Hoofdtekst - niveau één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“Bijzonder citaat”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- driem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chaal salade met gebakken rijst, gekookte eieren en eetstokje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Schaal met zalmkoekjes, salade en humm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Schaal pappardellepasta met peterselieboter, geroosterde hazelnoten en geraspte parmezaanse kaas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chaal salade met gebakken rijst, gekookte eieren en eetstokje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Leeg kopie 4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hthoek"/>
          <p:cNvSpPr/>
          <p:nvPr/>
        </p:nvSpPr>
        <p:spPr>
          <a:xfrm>
            <a:off x="7815068" y="4444274"/>
            <a:ext cx="8290361" cy="4827452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70" name="Rechthoek"/>
          <p:cNvSpPr/>
          <p:nvPr/>
        </p:nvSpPr>
        <p:spPr>
          <a:xfrm>
            <a:off x="16452494" y="7082439"/>
            <a:ext cx="7806637" cy="6277981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71" name="Rechthoek"/>
          <p:cNvSpPr/>
          <p:nvPr/>
        </p:nvSpPr>
        <p:spPr>
          <a:xfrm>
            <a:off x="16452494" y="238399"/>
            <a:ext cx="7806637" cy="6246077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72" name="Rechthoek"/>
          <p:cNvSpPr/>
          <p:nvPr/>
        </p:nvSpPr>
        <p:spPr>
          <a:xfrm>
            <a:off x="7815068" y="9497137"/>
            <a:ext cx="8290361" cy="3837643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73" name="Rechthoek"/>
          <p:cNvSpPr/>
          <p:nvPr/>
        </p:nvSpPr>
        <p:spPr>
          <a:xfrm>
            <a:off x="7815068" y="238399"/>
            <a:ext cx="8290361" cy="4035878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74" name="Rechthoek"/>
          <p:cNvSpPr/>
          <p:nvPr/>
        </p:nvSpPr>
        <p:spPr>
          <a:xfrm>
            <a:off x="236820" y="238399"/>
            <a:ext cx="7296901" cy="8630211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75" name="Rechthoek"/>
          <p:cNvSpPr/>
          <p:nvPr/>
        </p:nvSpPr>
        <p:spPr>
          <a:xfrm>
            <a:off x="236820" y="9184885"/>
            <a:ext cx="7296901" cy="4159116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pic>
        <p:nvPicPr>
          <p:cNvPr id="176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TextBox 38"/>
          <p:cNvSpPr txBox="1"/>
          <p:nvPr/>
        </p:nvSpPr>
        <p:spPr>
          <a:xfrm>
            <a:off x="891013" y="2456481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Date of birth City of</a:t>
            </a:r>
          </a:p>
        </p:txBody>
      </p:sp>
      <p:sp>
        <p:nvSpPr>
          <p:cNvPr id="178" name="TextBox 38"/>
          <p:cNvSpPr txBox="1"/>
          <p:nvPr/>
        </p:nvSpPr>
        <p:spPr>
          <a:xfrm>
            <a:off x="891013" y="3178619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City of Birth </a:t>
            </a:r>
          </a:p>
        </p:txBody>
      </p:sp>
      <p:sp>
        <p:nvSpPr>
          <p:cNvPr id="179" name="TextBox 38"/>
          <p:cNvSpPr txBox="1"/>
          <p:nvPr/>
        </p:nvSpPr>
        <p:spPr>
          <a:xfrm>
            <a:off x="123369" y="3923686"/>
            <a:ext cx="3000827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Nationality</a:t>
            </a:r>
          </a:p>
        </p:txBody>
      </p:sp>
      <p:sp>
        <p:nvSpPr>
          <p:cNvPr id="180" name="TextBox 38"/>
          <p:cNvSpPr txBox="1"/>
          <p:nvPr/>
        </p:nvSpPr>
        <p:spPr>
          <a:xfrm>
            <a:off x="891013" y="469052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Height</a:t>
            </a:r>
          </a:p>
        </p:txBody>
      </p:sp>
      <p:sp>
        <p:nvSpPr>
          <p:cNvPr id="181" name="TextBox 38"/>
          <p:cNvSpPr txBox="1"/>
          <p:nvPr/>
        </p:nvSpPr>
        <p:spPr>
          <a:xfrm>
            <a:off x="891013" y="539089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Preferred foot</a:t>
            </a:r>
          </a:p>
        </p:txBody>
      </p:sp>
      <p:sp>
        <p:nvSpPr>
          <p:cNvPr id="182" name="TextBox 38"/>
          <p:cNvSpPr txBox="1"/>
          <p:nvPr/>
        </p:nvSpPr>
        <p:spPr>
          <a:xfrm>
            <a:off x="891013" y="6180654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Position</a:t>
            </a:r>
          </a:p>
        </p:txBody>
      </p:sp>
      <p:sp>
        <p:nvSpPr>
          <p:cNvPr id="183" name="TextBox 38"/>
          <p:cNvSpPr txBox="1"/>
          <p:nvPr/>
        </p:nvSpPr>
        <p:spPr>
          <a:xfrm>
            <a:off x="891013" y="692456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League</a:t>
            </a:r>
          </a:p>
        </p:txBody>
      </p:sp>
      <p:sp>
        <p:nvSpPr>
          <p:cNvPr id="184" name="TextBox 38"/>
          <p:cNvSpPr txBox="1"/>
          <p:nvPr/>
        </p:nvSpPr>
        <p:spPr>
          <a:xfrm>
            <a:off x="891013" y="7670787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Club</a:t>
            </a:r>
          </a:p>
        </p:txBody>
      </p:sp>
      <p:sp>
        <p:nvSpPr>
          <p:cNvPr id="185" name="Freeform 5"/>
          <p:cNvSpPr/>
          <p:nvPr/>
        </p:nvSpPr>
        <p:spPr>
          <a:xfrm>
            <a:off x="1391022" y="2443754"/>
            <a:ext cx="5347679" cy="2540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86" name="Freeform 6"/>
          <p:cNvSpPr/>
          <p:nvPr/>
        </p:nvSpPr>
        <p:spPr>
          <a:xfrm>
            <a:off x="3354632" y="2618088"/>
            <a:ext cx="3849867" cy="610137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87" name="Rechthoek"/>
          <p:cNvSpPr/>
          <p:nvPr/>
        </p:nvSpPr>
        <p:spPr>
          <a:xfrm>
            <a:off x="11216502" y="979918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88" name="Rechthoek"/>
          <p:cNvSpPr/>
          <p:nvPr/>
        </p:nvSpPr>
        <p:spPr>
          <a:xfrm>
            <a:off x="13606960" y="979918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89" name="Rechthoek"/>
          <p:cNvSpPr/>
          <p:nvPr/>
        </p:nvSpPr>
        <p:spPr>
          <a:xfrm>
            <a:off x="11216502" y="1711934"/>
            <a:ext cx="2113565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0" name="Rechthoek"/>
          <p:cNvSpPr/>
          <p:nvPr/>
        </p:nvSpPr>
        <p:spPr>
          <a:xfrm>
            <a:off x="13606960" y="1711934"/>
            <a:ext cx="2113564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1" name="Rechthoek"/>
          <p:cNvSpPr/>
          <p:nvPr/>
        </p:nvSpPr>
        <p:spPr>
          <a:xfrm>
            <a:off x="11216502" y="2499905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2" name="Rechthoek"/>
          <p:cNvSpPr/>
          <p:nvPr/>
        </p:nvSpPr>
        <p:spPr>
          <a:xfrm>
            <a:off x="13606960" y="2499905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3" name="Rechthoek"/>
          <p:cNvSpPr/>
          <p:nvPr/>
        </p:nvSpPr>
        <p:spPr>
          <a:xfrm>
            <a:off x="11216502" y="3275850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4" name="Rechthoek"/>
          <p:cNvSpPr/>
          <p:nvPr/>
        </p:nvSpPr>
        <p:spPr>
          <a:xfrm>
            <a:off x="13606960" y="3275850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5" name="TextBox 40"/>
          <p:cNvSpPr txBox="1"/>
          <p:nvPr/>
        </p:nvSpPr>
        <p:spPr>
          <a:xfrm>
            <a:off x="7997574" y="131715"/>
            <a:ext cx="1806256" cy="3579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ts val="56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b="1">
                <a:solidFill>
                  <a:srgbClr val="000000"/>
                </a:solidFill>
              </a:rPr>
              <a:t>Stats</a:t>
            </a:r>
            <a:r>
              <a:t> </a:t>
            </a:r>
          </a:p>
          <a:p>
            <a:pPr defTabSz="1219200">
              <a:lnSpc>
                <a:spcPts val="56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Matches</a:t>
            </a:r>
          </a:p>
          <a:p>
            <a:pPr defTabSz="1219200">
              <a:lnSpc>
                <a:spcPts val="61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Minutes</a:t>
            </a:r>
          </a:p>
          <a:p>
            <a:pPr defTabSz="1219200">
              <a:lnSpc>
                <a:spcPts val="5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Goals</a:t>
            </a:r>
          </a:p>
          <a:p>
            <a:pPr defTabSz="1219200">
              <a:lnSpc>
                <a:spcPts val="61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Assists</a:t>
            </a:r>
          </a:p>
        </p:txBody>
      </p:sp>
      <p:sp>
        <p:nvSpPr>
          <p:cNvPr id="196" name="TextBox 41"/>
          <p:cNvSpPr txBox="1"/>
          <p:nvPr/>
        </p:nvSpPr>
        <p:spPr>
          <a:xfrm>
            <a:off x="7997574" y="9711161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sz="24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Video scouting</a:t>
            </a:r>
          </a:p>
        </p:txBody>
      </p:sp>
      <p:sp>
        <p:nvSpPr>
          <p:cNvPr id="197" name="TextBox 45"/>
          <p:cNvSpPr txBox="1"/>
          <p:nvPr/>
        </p:nvSpPr>
        <p:spPr>
          <a:xfrm>
            <a:off x="16630229" y="1300195"/>
            <a:ext cx="3041456" cy="44424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End of contract</a:t>
            </a:r>
          </a:p>
          <a:p>
            <a: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Transfer value</a:t>
            </a:r>
          </a:p>
          <a:p>
            <a: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Market value (TM)</a:t>
            </a:r>
          </a:p>
          <a:p>
            <a: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Agency</a:t>
            </a:r>
          </a:p>
          <a:p>
            <a: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Agent</a:t>
            </a:r>
          </a:p>
        </p:txBody>
      </p:sp>
      <p:sp>
        <p:nvSpPr>
          <p:cNvPr id="198" name="Rechthoek"/>
          <p:cNvSpPr/>
          <p:nvPr/>
        </p:nvSpPr>
        <p:spPr>
          <a:xfrm>
            <a:off x="19633159" y="1257722"/>
            <a:ext cx="3624259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9" name="Rechthoek"/>
          <p:cNvSpPr/>
          <p:nvPr/>
        </p:nvSpPr>
        <p:spPr>
          <a:xfrm>
            <a:off x="19633159" y="2189245"/>
            <a:ext cx="3624259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00" name="Rechthoek"/>
          <p:cNvSpPr/>
          <p:nvPr/>
        </p:nvSpPr>
        <p:spPr>
          <a:xfrm>
            <a:off x="19633159" y="3227717"/>
            <a:ext cx="3624259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01" name="Rechthoek"/>
          <p:cNvSpPr/>
          <p:nvPr/>
        </p:nvSpPr>
        <p:spPr>
          <a:xfrm>
            <a:off x="19633159" y="4308981"/>
            <a:ext cx="3624259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02" name="Rechthoek"/>
          <p:cNvSpPr/>
          <p:nvPr/>
        </p:nvSpPr>
        <p:spPr>
          <a:xfrm>
            <a:off x="19633159" y="5293979"/>
            <a:ext cx="3624259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03" name="TextBox 46"/>
          <p:cNvSpPr txBox="1"/>
          <p:nvPr/>
        </p:nvSpPr>
        <p:spPr>
          <a:xfrm>
            <a:off x="16668329" y="8017978"/>
            <a:ext cx="2913549" cy="44424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Prediction year 1</a:t>
            </a:r>
          </a:p>
          <a:p>
            <a: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Prediction year 2</a:t>
            </a:r>
          </a:p>
          <a:p>
            <a: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Next step</a:t>
            </a:r>
          </a:p>
          <a:p>
            <a: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Moment to sell</a:t>
            </a:r>
          </a:p>
          <a:p>
            <a: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Future transfer fee</a:t>
            </a:r>
          </a:p>
        </p:txBody>
      </p:sp>
      <p:sp>
        <p:nvSpPr>
          <p:cNvPr id="204" name="Rechthoek"/>
          <p:cNvSpPr/>
          <p:nvPr/>
        </p:nvSpPr>
        <p:spPr>
          <a:xfrm>
            <a:off x="19620794" y="7902892"/>
            <a:ext cx="3648990" cy="606011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05" name="Rechthoek"/>
          <p:cNvSpPr/>
          <p:nvPr/>
        </p:nvSpPr>
        <p:spPr>
          <a:xfrm>
            <a:off x="19620794" y="8937011"/>
            <a:ext cx="3648990" cy="606011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06" name="Rechthoek"/>
          <p:cNvSpPr/>
          <p:nvPr/>
        </p:nvSpPr>
        <p:spPr>
          <a:xfrm>
            <a:off x="19620794" y="9936204"/>
            <a:ext cx="3648990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07" name="Rechthoek"/>
          <p:cNvSpPr/>
          <p:nvPr/>
        </p:nvSpPr>
        <p:spPr>
          <a:xfrm>
            <a:off x="19620794" y="10961437"/>
            <a:ext cx="3648990" cy="606011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08" name="Rechthoek"/>
          <p:cNvSpPr/>
          <p:nvPr/>
        </p:nvSpPr>
        <p:spPr>
          <a:xfrm>
            <a:off x="19620794" y="11986672"/>
            <a:ext cx="3648990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09" name="Rechthoek"/>
          <p:cNvSpPr/>
          <p:nvPr/>
        </p:nvSpPr>
        <p:spPr>
          <a:xfrm>
            <a:off x="11224878" y="9728094"/>
            <a:ext cx="4161630" cy="337572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10" name="TextBox 43"/>
          <p:cNvSpPr txBox="1"/>
          <p:nvPr/>
        </p:nvSpPr>
        <p:spPr>
          <a:xfrm>
            <a:off x="11254476" y="334915"/>
            <a:ext cx="2051216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3400"/>
              </a:lnSpc>
              <a:spcBef>
                <a:spcPts val="0"/>
              </a:spcBef>
              <a:defRPr sz="24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Last season</a:t>
            </a:r>
          </a:p>
        </p:txBody>
      </p:sp>
      <p:sp>
        <p:nvSpPr>
          <p:cNvPr id="211" name="TextBox 44"/>
          <p:cNvSpPr txBox="1"/>
          <p:nvPr/>
        </p:nvSpPr>
        <p:spPr>
          <a:xfrm>
            <a:off x="14088420" y="334915"/>
            <a:ext cx="1150645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3400"/>
              </a:lnSpc>
              <a:spcBef>
                <a:spcPts val="0"/>
              </a:spcBef>
              <a:defRPr sz="24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Career</a:t>
            </a:r>
          </a:p>
        </p:txBody>
      </p:sp>
      <p:sp>
        <p:nvSpPr>
          <p:cNvPr id="212" name="TextBox 46"/>
          <p:cNvSpPr txBox="1"/>
          <p:nvPr/>
        </p:nvSpPr>
        <p:spPr>
          <a:xfrm>
            <a:off x="16681484" y="7276430"/>
            <a:ext cx="2913548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50000"/>
              </a:lnSpc>
              <a:spcBef>
                <a:spcPts val="0"/>
              </a:spcBef>
              <a:defRPr sz="3100" b="1" cap="all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 cap="none">
                <a:latin typeface="Cabin"/>
                <a:ea typeface="Cabin"/>
                <a:cs typeface="Cabin"/>
                <a:sym typeface="Cabin"/>
              </a:defRPr>
            </a:pPr>
            <a:r>
              <a:rPr cap="all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Predictions</a:t>
            </a:r>
          </a:p>
        </p:txBody>
      </p:sp>
      <p:sp>
        <p:nvSpPr>
          <p:cNvPr id="213" name="TextBox 45"/>
          <p:cNvSpPr txBox="1"/>
          <p:nvPr/>
        </p:nvSpPr>
        <p:spPr>
          <a:xfrm>
            <a:off x="16604375" y="210273"/>
            <a:ext cx="3041456" cy="713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5600"/>
              </a:lnSpc>
              <a:spcBef>
                <a:spcPts val="0"/>
              </a:spcBef>
              <a:defRPr sz="3100" b="1" cap="all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 b="0" cap="none"/>
            </a:pPr>
            <a:r>
              <a:rPr b="1" cap="all"/>
              <a:t>Transfer details</a:t>
            </a:r>
          </a:p>
        </p:txBody>
      </p:sp>
      <p:sp>
        <p:nvSpPr>
          <p:cNvPr id="214" name="TextBox 47"/>
          <p:cNvSpPr txBox="1"/>
          <p:nvPr/>
        </p:nvSpPr>
        <p:spPr>
          <a:xfrm>
            <a:off x="8001808" y="4562919"/>
            <a:ext cx="3000827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ts val="3400"/>
              </a:lnSpc>
              <a:spcBef>
                <a:spcPts val="0"/>
              </a:spcBef>
              <a:defRPr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b="1" cap="all"/>
              <a:t>Summary scouting</a:t>
            </a:r>
            <a:r>
              <a:rPr b="1"/>
              <a:t>:</a:t>
            </a:r>
          </a:p>
        </p:txBody>
      </p:sp>
      <p:pic>
        <p:nvPicPr>
          <p:cNvPr id="215" name="Afbeelding" descr="Afbeeld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998" y="9387546"/>
            <a:ext cx="3424375" cy="450504"/>
          </a:xfrm>
          <a:prstGeom prst="rect">
            <a:avLst/>
          </a:prstGeom>
          <a:ln w="12700">
            <a:miter lim="400000"/>
          </a:ln>
        </p:spPr>
      </p:pic>
      <p:pic>
        <p:nvPicPr>
          <p:cNvPr id="216" name="pasted-image.tiff" descr="pasted-image.tiff"/>
          <p:cNvPicPr>
            <a:picLocks noChangeAspect="1"/>
          </p:cNvPicPr>
          <p:nvPr/>
        </p:nvPicPr>
        <p:blipFill>
          <a:blip r:embed="rId6">
            <a:alphaModFix amt="85000"/>
          </a:blip>
          <a:srcRect l="4545" t="19455" r="2655" b="21337"/>
          <a:stretch>
            <a:fillRect/>
          </a:stretch>
        </p:blipFill>
        <p:spPr>
          <a:xfrm rot="16200000">
            <a:off x="4162415" y="10035712"/>
            <a:ext cx="3792538" cy="2509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10742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217" name="Rechthoek"/>
          <p:cNvSpPr/>
          <p:nvPr/>
        </p:nvSpPr>
        <p:spPr>
          <a:xfrm>
            <a:off x="4657163" y="9240539"/>
            <a:ext cx="2808750" cy="4047808"/>
          </a:xfrm>
          <a:prstGeom prst="rect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800"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  <p:sp>
        <p:nvSpPr>
          <p:cNvPr id="218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am dia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Naam dia</a:t>
            </a:r>
          </a:p>
        </p:txBody>
      </p:sp>
      <p:sp>
        <p:nvSpPr>
          <p:cNvPr id="3" name="Hoofdtekst - niveau één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Dia-opsommingstekst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Dianumm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8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Rechthoek"/>
          <p:cNvSpPr/>
          <p:nvPr/>
        </p:nvSpPr>
        <p:spPr>
          <a:xfrm>
            <a:off x="11224878" y="9728094"/>
            <a:ext cx="4161630" cy="337572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28" name="Freeform 5"/>
          <p:cNvSpPr/>
          <p:nvPr/>
        </p:nvSpPr>
        <p:spPr>
          <a:xfrm>
            <a:off x="1391022" y="2443754"/>
            <a:ext cx="5347679" cy="254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29" name="TextBox 11"/>
          <p:cNvSpPr txBox="1"/>
          <p:nvPr/>
        </p:nvSpPr>
        <p:spPr>
          <a:xfrm>
            <a:off x="3427043" y="2835518"/>
            <a:ext cx="3686159" cy="35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000"/>
              </a:lnSpc>
              <a:spcBef>
                <a:spcPts val="0"/>
              </a:spcBef>
              <a:defRPr sz="20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defTabSz="914400"/>
            <a:r>
              <a:rPr lang="nl-NL"/>
              <a:t>{</a:t>
            </a:r>
            <a:r>
              <a:t>DD/MM/YYYY</a:t>
            </a:r>
            <a:r>
              <a:rPr lang="nl-NL"/>
              <a:t>}</a:t>
            </a:r>
            <a:endParaRPr/>
          </a:p>
        </p:txBody>
      </p:sp>
      <p:sp>
        <p:nvSpPr>
          <p:cNvPr id="230" name="TextBox 37"/>
          <p:cNvSpPr txBox="1"/>
          <p:nvPr/>
        </p:nvSpPr>
        <p:spPr>
          <a:xfrm>
            <a:off x="3560379" y="664557"/>
            <a:ext cx="3041456" cy="6253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5200"/>
              </a:lnSpc>
              <a:spcBef>
                <a:spcPts val="0"/>
              </a:spcBef>
              <a:defRPr sz="3700" b="1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defRPr>
            </a:lvl1pPr>
          </a:lstStyle>
          <a:p>
            <a:r>
              <a:rPr lang="nl-NL"/>
              <a:t>{Name}</a:t>
            </a:r>
            <a:endParaRPr/>
          </a:p>
        </p:txBody>
      </p:sp>
      <p:sp>
        <p:nvSpPr>
          <p:cNvPr id="231" name="TextBox 23"/>
          <p:cNvSpPr txBox="1"/>
          <p:nvPr/>
        </p:nvSpPr>
        <p:spPr>
          <a:xfrm>
            <a:off x="11312885" y="9891958"/>
            <a:ext cx="3985617" cy="2263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ct val="140000"/>
              </a:lnSpc>
              <a:spcBef>
                <a:spcPts val="0"/>
              </a:spcBef>
              <a:defRPr sz="20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sz="20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sz="20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sz="20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sz="20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</p:txBody>
      </p:sp>
      <p:sp>
        <p:nvSpPr>
          <p:cNvPr id="232" name="Rechthoek"/>
          <p:cNvSpPr/>
          <p:nvPr/>
        </p:nvSpPr>
        <p:spPr>
          <a:xfrm>
            <a:off x="1495213" y="298405"/>
            <a:ext cx="1864074" cy="2043696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33" name="TextBox 11"/>
          <p:cNvSpPr txBox="1"/>
          <p:nvPr/>
        </p:nvSpPr>
        <p:spPr>
          <a:xfrm>
            <a:off x="3427043" y="3576956"/>
            <a:ext cx="3686159" cy="35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000"/>
              </a:lnSpc>
              <a:spcBef>
                <a:spcPts val="0"/>
              </a:spcBef>
              <a:defRPr sz="20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defTabSz="914400"/>
            <a:r>
              <a:rPr lang="nl-NL"/>
              <a:t>{</a:t>
            </a:r>
            <a:r>
              <a:t>Place</a:t>
            </a:r>
            <a:r>
              <a:rPr lang="nl-NL"/>
              <a:t>}</a:t>
            </a:r>
            <a:endParaRPr/>
          </a:p>
        </p:txBody>
      </p:sp>
      <p:sp>
        <p:nvSpPr>
          <p:cNvPr id="234" name="TextBox 11"/>
          <p:cNvSpPr txBox="1"/>
          <p:nvPr/>
        </p:nvSpPr>
        <p:spPr>
          <a:xfrm>
            <a:off x="3427043" y="4320683"/>
            <a:ext cx="3686159" cy="35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000"/>
              </a:lnSpc>
              <a:spcBef>
                <a:spcPts val="0"/>
              </a:spcBef>
              <a:defRPr sz="20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defTabSz="914400"/>
            <a:r>
              <a:rPr lang="nl-NL"/>
              <a:t>{Nationalities}</a:t>
            </a:r>
            <a:endParaRPr/>
          </a:p>
        </p:txBody>
      </p:sp>
      <p:sp>
        <p:nvSpPr>
          <p:cNvPr id="235" name="TextBox 11"/>
          <p:cNvSpPr txBox="1"/>
          <p:nvPr/>
        </p:nvSpPr>
        <p:spPr>
          <a:xfrm>
            <a:off x="3427043" y="5060558"/>
            <a:ext cx="3686159" cy="35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000"/>
              </a:lnSpc>
              <a:spcBef>
                <a:spcPts val="0"/>
              </a:spcBef>
              <a:defRPr sz="20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defTabSz="914400"/>
            <a:r>
              <a:rPr lang="nl-NL"/>
              <a:t>{</a:t>
            </a:r>
            <a:r>
              <a:t>Height</a:t>
            </a:r>
            <a:r>
              <a:rPr lang="nl-NL"/>
              <a:t>}</a:t>
            </a:r>
            <a:endParaRPr/>
          </a:p>
        </p:txBody>
      </p:sp>
      <p:sp>
        <p:nvSpPr>
          <p:cNvPr id="236" name="TextBox 11"/>
          <p:cNvSpPr txBox="1"/>
          <p:nvPr/>
        </p:nvSpPr>
        <p:spPr>
          <a:xfrm>
            <a:off x="3427043" y="5848798"/>
            <a:ext cx="3686159" cy="35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000"/>
              </a:lnSpc>
              <a:spcBef>
                <a:spcPts val="0"/>
              </a:spcBef>
              <a:defRPr sz="20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defTabSz="914400"/>
            <a:r>
              <a:rPr lang="nl-NL"/>
              <a:t>{</a:t>
            </a:r>
            <a:r>
              <a:t>Preferred Foot</a:t>
            </a:r>
            <a:r>
              <a:rPr lang="nl-NL"/>
              <a:t>}</a:t>
            </a:r>
            <a:endParaRPr/>
          </a:p>
        </p:txBody>
      </p:sp>
      <p:sp>
        <p:nvSpPr>
          <p:cNvPr id="237" name="TextBox 11"/>
          <p:cNvSpPr txBox="1"/>
          <p:nvPr/>
        </p:nvSpPr>
        <p:spPr>
          <a:xfrm>
            <a:off x="3427043" y="6592399"/>
            <a:ext cx="3686159" cy="35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000"/>
              </a:lnSpc>
              <a:spcBef>
                <a:spcPts val="0"/>
              </a:spcBef>
              <a:defRPr sz="20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defTabSz="914400"/>
            <a:r>
              <a:rPr lang="nl-NL"/>
              <a:t>{</a:t>
            </a:r>
            <a:r>
              <a:t>Position</a:t>
            </a:r>
            <a:r>
              <a:rPr lang="nl-NL"/>
              <a:t>}</a:t>
            </a:r>
            <a:endParaRPr/>
          </a:p>
        </p:txBody>
      </p:sp>
      <p:sp>
        <p:nvSpPr>
          <p:cNvPr id="238" name="TextBox 11"/>
          <p:cNvSpPr txBox="1"/>
          <p:nvPr/>
        </p:nvSpPr>
        <p:spPr>
          <a:xfrm>
            <a:off x="3427043" y="7332274"/>
            <a:ext cx="3686159" cy="35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000"/>
              </a:lnSpc>
              <a:spcBef>
                <a:spcPts val="0"/>
              </a:spcBef>
              <a:defRPr sz="20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defTabSz="914400"/>
            <a:r>
              <a:rPr lang="nl-NL"/>
              <a:t>{</a:t>
            </a:r>
            <a:r>
              <a:t>League</a:t>
            </a:r>
            <a:r>
              <a:rPr lang="nl-NL"/>
              <a:t>}</a:t>
            </a:r>
            <a:endParaRPr/>
          </a:p>
        </p:txBody>
      </p:sp>
      <p:sp>
        <p:nvSpPr>
          <p:cNvPr id="239" name="TextBox 11"/>
          <p:cNvSpPr txBox="1"/>
          <p:nvPr/>
        </p:nvSpPr>
        <p:spPr>
          <a:xfrm>
            <a:off x="3427043" y="8114556"/>
            <a:ext cx="3686159" cy="35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000"/>
              </a:lnSpc>
              <a:spcBef>
                <a:spcPts val="0"/>
              </a:spcBef>
              <a:defRPr sz="20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defTabSz="914400"/>
            <a:r>
              <a:rPr lang="nl-NL"/>
              <a:t>{</a:t>
            </a:r>
            <a:r>
              <a:t>Club</a:t>
            </a:r>
            <a:r>
              <a:rPr lang="nl-NL"/>
              <a:t>}</a:t>
            </a:r>
            <a:endParaRPr/>
          </a:p>
        </p:txBody>
      </p:sp>
      <p:sp>
        <p:nvSpPr>
          <p:cNvPr id="240" name="TextBox 11"/>
          <p:cNvSpPr txBox="1"/>
          <p:nvPr/>
        </p:nvSpPr>
        <p:spPr>
          <a:xfrm>
            <a:off x="11203802" y="1088478"/>
            <a:ext cx="2152564" cy="35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000"/>
              </a:lnSpc>
              <a:spcBef>
                <a:spcPts val="0"/>
              </a:spcBef>
              <a:defRPr sz="20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defTabSz="914400"/>
            <a:r>
              <a:rPr lang="nl-NL"/>
              <a:t>{Season_m}</a:t>
            </a:r>
            <a:endParaRPr/>
          </a:p>
        </p:txBody>
      </p:sp>
      <p:sp>
        <p:nvSpPr>
          <p:cNvPr id="241" name="TextBox 11"/>
          <p:cNvSpPr txBox="1"/>
          <p:nvPr/>
        </p:nvSpPr>
        <p:spPr>
          <a:xfrm>
            <a:off x="11203802" y="1806760"/>
            <a:ext cx="2152564" cy="35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000"/>
              </a:lnSpc>
              <a:spcBef>
                <a:spcPts val="0"/>
              </a:spcBef>
              <a:defRPr sz="20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defTabSz="914400"/>
            <a:r>
              <a:rPr lang="nl-NL"/>
              <a:t>{season_min}</a:t>
            </a:r>
            <a:endParaRPr/>
          </a:p>
        </p:txBody>
      </p:sp>
      <p:sp>
        <p:nvSpPr>
          <p:cNvPr id="242" name="TextBox 11"/>
          <p:cNvSpPr txBox="1"/>
          <p:nvPr/>
        </p:nvSpPr>
        <p:spPr>
          <a:xfrm>
            <a:off x="11203802" y="2611665"/>
            <a:ext cx="2152564" cy="35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000"/>
              </a:lnSpc>
              <a:spcBef>
                <a:spcPts val="0"/>
              </a:spcBef>
              <a:defRPr sz="20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defTabSz="914400"/>
            <a:r>
              <a:rPr lang="nl-NL"/>
              <a:t>{season_g}</a:t>
            </a:r>
            <a:endParaRPr/>
          </a:p>
        </p:txBody>
      </p:sp>
      <p:sp>
        <p:nvSpPr>
          <p:cNvPr id="243" name="TextBox 11"/>
          <p:cNvSpPr txBox="1"/>
          <p:nvPr/>
        </p:nvSpPr>
        <p:spPr>
          <a:xfrm>
            <a:off x="11203802" y="3370677"/>
            <a:ext cx="2152564" cy="35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000"/>
              </a:lnSpc>
              <a:spcBef>
                <a:spcPts val="0"/>
              </a:spcBef>
              <a:defRPr sz="20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defTabSz="914400"/>
            <a:r>
              <a:rPr lang="nl-NL"/>
              <a:t>{season_a}</a:t>
            </a:r>
            <a:endParaRPr/>
          </a:p>
        </p:txBody>
      </p:sp>
      <p:sp>
        <p:nvSpPr>
          <p:cNvPr id="244" name="TextBox 11"/>
          <p:cNvSpPr txBox="1"/>
          <p:nvPr/>
        </p:nvSpPr>
        <p:spPr>
          <a:xfrm>
            <a:off x="13587460" y="1088478"/>
            <a:ext cx="2152563" cy="35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000"/>
              </a:lnSpc>
              <a:spcBef>
                <a:spcPts val="0"/>
              </a:spcBef>
              <a:defRPr sz="20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defTabSz="914400"/>
            <a:endParaRPr/>
          </a:p>
        </p:txBody>
      </p:sp>
      <p:sp>
        <p:nvSpPr>
          <p:cNvPr id="245" name="TextBox 11"/>
          <p:cNvSpPr txBox="1"/>
          <p:nvPr/>
        </p:nvSpPr>
        <p:spPr>
          <a:xfrm>
            <a:off x="13587460" y="1806760"/>
            <a:ext cx="2152563" cy="35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000"/>
              </a:lnSpc>
              <a:spcBef>
                <a:spcPts val="0"/>
              </a:spcBef>
              <a:defRPr sz="20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defTabSz="914400"/>
            <a:endParaRPr/>
          </a:p>
        </p:txBody>
      </p:sp>
      <p:sp>
        <p:nvSpPr>
          <p:cNvPr id="246" name="TextBox 11"/>
          <p:cNvSpPr txBox="1"/>
          <p:nvPr/>
        </p:nvSpPr>
        <p:spPr>
          <a:xfrm>
            <a:off x="13587460" y="2611665"/>
            <a:ext cx="2152563" cy="35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000"/>
              </a:lnSpc>
              <a:spcBef>
                <a:spcPts val="0"/>
              </a:spcBef>
              <a:defRPr sz="20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defTabSz="914400"/>
            <a:endParaRPr/>
          </a:p>
        </p:txBody>
      </p:sp>
      <p:sp>
        <p:nvSpPr>
          <p:cNvPr id="247" name="TextBox 11"/>
          <p:cNvSpPr txBox="1"/>
          <p:nvPr/>
        </p:nvSpPr>
        <p:spPr>
          <a:xfrm>
            <a:off x="13587460" y="3370677"/>
            <a:ext cx="2152563" cy="35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000"/>
              </a:lnSpc>
              <a:spcBef>
                <a:spcPts val="0"/>
              </a:spcBef>
              <a:defRPr sz="20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defTabSz="914400"/>
            <a:endParaRPr/>
          </a:p>
        </p:txBody>
      </p:sp>
      <p:pic>
        <p:nvPicPr>
          <p:cNvPr id="248" name="pasted-image.tiff" descr="pasted-image.tiff"/>
          <p:cNvPicPr>
            <a:picLocks noChangeAspect="1"/>
          </p:cNvPicPr>
          <p:nvPr/>
        </p:nvPicPr>
        <p:blipFill>
          <a:blip r:embed="rId3">
            <a:alphaModFix amt="85000"/>
          </a:blip>
          <a:srcRect l="4545" t="19455" r="2655" b="21337"/>
          <a:stretch>
            <a:fillRect/>
          </a:stretch>
        </p:blipFill>
        <p:spPr>
          <a:xfrm rot="16200000">
            <a:off x="4162415" y="10035712"/>
            <a:ext cx="3792538" cy="2509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10742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249" name="9"/>
          <p:cNvSpPr/>
          <p:nvPr/>
        </p:nvSpPr>
        <p:spPr>
          <a:xfrm>
            <a:off x="5874008" y="10061997"/>
            <a:ext cx="369516" cy="3835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algn="ctr" defTabSz="1155278">
              <a:lnSpc>
                <a:spcPct val="100000"/>
              </a:lnSpc>
              <a:spcBef>
                <a:spcPts val="0"/>
              </a:spcBef>
              <a:defRPr sz="14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9</a:t>
            </a:r>
          </a:p>
        </p:txBody>
      </p:sp>
      <p:sp>
        <p:nvSpPr>
          <p:cNvPr id="250" name="11"/>
          <p:cNvSpPr/>
          <p:nvPr/>
        </p:nvSpPr>
        <p:spPr>
          <a:xfrm>
            <a:off x="5069392" y="10390282"/>
            <a:ext cx="369516" cy="3835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algn="ctr" defTabSz="1155278">
              <a:lnSpc>
                <a:spcPct val="100000"/>
              </a:lnSpc>
              <a:spcBef>
                <a:spcPts val="0"/>
              </a:spcBef>
              <a:defRPr sz="14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11</a:t>
            </a:r>
          </a:p>
        </p:txBody>
      </p:sp>
      <p:sp>
        <p:nvSpPr>
          <p:cNvPr id="251" name="7"/>
          <p:cNvSpPr/>
          <p:nvPr/>
        </p:nvSpPr>
        <p:spPr>
          <a:xfrm>
            <a:off x="6678620" y="10390282"/>
            <a:ext cx="369516" cy="3835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algn="ctr" defTabSz="1155278">
              <a:lnSpc>
                <a:spcPct val="100000"/>
              </a:lnSpc>
              <a:spcBef>
                <a:spcPts val="0"/>
              </a:spcBef>
              <a:defRPr sz="14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7</a:t>
            </a:r>
          </a:p>
        </p:txBody>
      </p:sp>
      <p:sp>
        <p:nvSpPr>
          <p:cNvPr id="252" name="8"/>
          <p:cNvSpPr/>
          <p:nvPr/>
        </p:nvSpPr>
        <p:spPr>
          <a:xfrm>
            <a:off x="5482687" y="10967522"/>
            <a:ext cx="369516" cy="3835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algn="ctr" defTabSz="1155278">
              <a:lnSpc>
                <a:spcPct val="100000"/>
              </a:lnSpc>
              <a:spcBef>
                <a:spcPts val="0"/>
              </a:spcBef>
              <a:defRPr sz="14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8</a:t>
            </a:r>
          </a:p>
        </p:txBody>
      </p:sp>
      <p:sp>
        <p:nvSpPr>
          <p:cNvPr id="253" name="6"/>
          <p:cNvSpPr/>
          <p:nvPr/>
        </p:nvSpPr>
        <p:spPr>
          <a:xfrm>
            <a:off x="5874008" y="11451456"/>
            <a:ext cx="369516" cy="38351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algn="ctr" defTabSz="1155278">
              <a:lnSpc>
                <a:spcPct val="100000"/>
              </a:lnSpc>
              <a:spcBef>
                <a:spcPts val="0"/>
              </a:spcBef>
              <a:defRPr sz="14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6</a:t>
            </a:r>
          </a:p>
        </p:txBody>
      </p:sp>
      <p:sp>
        <p:nvSpPr>
          <p:cNvPr id="254" name="5"/>
          <p:cNvSpPr/>
          <p:nvPr/>
        </p:nvSpPr>
        <p:spPr>
          <a:xfrm>
            <a:off x="5016026" y="11683215"/>
            <a:ext cx="369516" cy="3835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algn="ctr" defTabSz="1155278">
              <a:lnSpc>
                <a:spcPct val="100000"/>
              </a:lnSpc>
              <a:spcBef>
                <a:spcPts val="0"/>
              </a:spcBef>
              <a:defRPr sz="14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5</a:t>
            </a:r>
          </a:p>
        </p:txBody>
      </p:sp>
      <p:sp>
        <p:nvSpPr>
          <p:cNvPr id="255" name="2"/>
          <p:cNvSpPr/>
          <p:nvPr/>
        </p:nvSpPr>
        <p:spPr>
          <a:xfrm>
            <a:off x="6749772" y="11683215"/>
            <a:ext cx="369516" cy="3835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algn="ctr" defTabSz="1155278">
              <a:lnSpc>
                <a:spcPct val="100000"/>
              </a:lnSpc>
              <a:spcBef>
                <a:spcPts val="0"/>
              </a:spcBef>
              <a:defRPr sz="14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2</a:t>
            </a:r>
          </a:p>
        </p:txBody>
      </p:sp>
      <p:sp>
        <p:nvSpPr>
          <p:cNvPr id="256" name="4"/>
          <p:cNvSpPr/>
          <p:nvPr/>
        </p:nvSpPr>
        <p:spPr>
          <a:xfrm>
            <a:off x="5482687" y="11997624"/>
            <a:ext cx="369516" cy="3835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algn="ctr" defTabSz="1155278">
              <a:lnSpc>
                <a:spcPct val="100000"/>
              </a:lnSpc>
              <a:spcBef>
                <a:spcPts val="0"/>
              </a:spcBef>
              <a:defRPr sz="14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4</a:t>
            </a:r>
          </a:p>
        </p:txBody>
      </p:sp>
      <p:sp>
        <p:nvSpPr>
          <p:cNvPr id="257" name="3"/>
          <p:cNvSpPr/>
          <p:nvPr/>
        </p:nvSpPr>
        <p:spPr>
          <a:xfrm>
            <a:off x="6267685" y="11997624"/>
            <a:ext cx="369516" cy="3835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algn="ctr" defTabSz="1155278">
              <a:lnSpc>
                <a:spcPct val="100000"/>
              </a:lnSpc>
              <a:spcBef>
                <a:spcPts val="0"/>
              </a:spcBef>
              <a:defRPr sz="14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3</a:t>
            </a:r>
          </a:p>
        </p:txBody>
      </p:sp>
      <p:sp>
        <p:nvSpPr>
          <p:cNvPr id="258" name="1"/>
          <p:cNvSpPr/>
          <p:nvPr/>
        </p:nvSpPr>
        <p:spPr>
          <a:xfrm>
            <a:off x="5874008" y="12605563"/>
            <a:ext cx="369516" cy="3835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algn="ctr" defTabSz="1155278">
              <a:lnSpc>
                <a:spcPct val="100000"/>
              </a:lnSpc>
              <a:spcBef>
                <a:spcPts val="0"/>
              </a:spcBef>
              <a:defRPr sz="14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1</a:t>
            </a:r>
          </a:p>
        </p:txBody>
      </p:sp>
      <p:sp>
        <p:nvSpPr>
          <p:cNvPr id="259" name="Rechthoek"/>
          <p:cNvSpPr/>
          <p:nvPr/>
        </p:nvSpPr>
        <p:spPr>
          <a:xfrm>
            <a:off x="4657163" y="9240539"/>
            <a:ext cx="2808750" cy="4047808"/>
          </a:xfrm>
          <a:prstGeom prst="rect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800"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  <p:sp>
        <p:nvSpPr>
          <p:cNvPr id="260" name="10"/>
          <p:cNvSpPr/>
          <p:nvPr/>
        </p:nvSpPr>
        <p:spPr>
          <a:xfrm>
            <a:off x="6096260" y="10724723"/>
            <a:ext cx="369516" cy="38351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algn="ctr" defTabSz="1155278">
              <a:lnSpc>
                <a:spcPct val="100000"/>
              </a:lnSpc>
              <a:spcBef>
                <a:spcPts val="0"/>
              </a:spcBef>
              <a:defRPr sz="14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10</a:t>
            </a:r>
          </a:p>
        </p:txBody>
      </p:sp>
      <p:pic>
        <p:nvPicPr>
          <p:cNvPr id="261" name="Afbeelding" descr="Afbeeld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998" y="9387546"/>
            <a:ext cx="3424375" cy="450504"/>
          </a:xfrm>
          <a:prstGeom prst="rect">
            <a:avLst/>
          </a:prstGeom>
          <a:ln w="12700">
            <a:miter lim="400000"/>
          </a:ln>
        </p:spPr>
      </p:pic>
      <p:sp>
        <p:nvSpPr>
          <p:cNvPr id="262" name="Xxxx"/>
          <p:cNvSpPr txBox="1"/>
          <p:nvPr/>
        </p:nvSpPr>
        <p:spPr>
          <a:xfrm>
            <a:off x="19688528" y="1355032"/>
            <a:ext cx="3576987" cy="392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sz="2000" b="1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r>
              <a:rPr lang="nl-NL"/>
              <a:t>{con_DD/MM/YYYY}</a:t>
            </a:r>
          </a:p>
        </p:txBody>
      </p:sp>
      <p:sp>
        <p:nvSpPr>
          <p:cNvPr id="263" name="Xxxx"/>
          <p:cNvSpPr txBox="1"/>
          <p:nvPr/>
        </p:nvSpPr>
        <p:spPr>
          <a:xfrm>
            <a:off x="19688528" y="2284413"/>
            <a:ext cx="3576987" cy="397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sz="2000" b="1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r>
              <a:rPr lang="nl-NL"/>
              <a:t>{TV}</a:t>
            </a:r>
            <a:endParaRPr/>
          </a:p>
        </p:txBody>
      </p:sp>
      <p:sp>
        <p:nvSpPr>
          <p:cNvPr id="264" name="Xxxx"/>
          <p:cNvSpPr txBox="1"/>
          <p:nvPr/>
        </p:nvSpPr>
        <p:spPr>
          <a:xfrm>
            <a:off x="19688528" y="3371018"/>
            <a:ext cx="3576987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sz="2000" b="1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endParaRPr/>
          </a:p>
        </p:txBody>
      </p:sp>
      <p:sp>
        <p:nvSpPr>
          <p:cNvPr id="265" name="Xxxx"/>
          <p:cNvSpPr txBox="1"/>
          <p:nvPr/>
        </p:nvSpPr>
        <p:spPr>
          <a:xfrm>
            <a:off x="19688528" y="4404149"/>
            <a:ext cx="3576987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sz="2000" b="1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r>
              <a:rPr lang="nl-NL"/>
              <a:t>{Agency}</a:t>
            </a:r>
            <a:endParaRPr/>
          </a:p>
        </p:txBody>
      </p:sp>
      <p:sp>
        <p:nvSpPr>
          <p:cNvPr id="266" name="xxxx"/>
          <p:cNvSpPr txBox="1"/>
          <p:nvPr/>
        </p:nvSpPr>
        <p:spPr>
          <a:xfrm>
            <a:off x="19680107" y="5351780"/>
            <a:ext cx="3576986" cy="397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sz="2000" b="1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r>
              <a:rPr lang="nl-NL"/>
              <a:t>{Agent}</a:t>
            </a:r>
            <a:endParaRPr/>
          </a:p>
        </p:txBody>
      </p:sp>
      <p:sp>
        <p:nvSpPr>
          <p:cNvPr id="267" name="xxxx"/>
          <p:cNvSpPr txBox="1"/>
          <p:nvPr/>
        </p:nvSpPr>
        <p:spPr>
          <a:xfrm>
            <a:off x="19688528" y="8021534"/>
            <a:ext cx="3576987" cy="397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sz="2000" b="1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r>
              <a:t>xxxx</a:t>
            </a:r>
          </a:p>
        </p:txBody>
      </p:sp>
      <p:sp>
        <p:nvSpPr>
          <p:cNvPr id="268" name="xxxx"/>
          <p:cNvSpPr txBox="1"/>
          <p:nvPr/>
        </p:nvSpPr>
        <p:spPr>
          <a:xfrm>
            <a:off x="19688528" y="9041475"/>
            <a:ext cx="3576987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sz="2000" b="1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r>
              <a:t>xxxx</a:t>
            </a:r>
          </a:p>
        </p:txBody>
      </p:sp>
      <p:sp>
        <p:nvSpPr>
          <p:cNvPr id="269" name="xxxx"/>
          <p:cNvSpPr txBox="1"/>
          <p:nvPr/>
        </p:nvSpPr>
        <p:spPr>
          <a:xfrm>
            <a:off x="19688528" y="10055647"/>
            <a:ext cx="3576987" cy="397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sz="2000" b="1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r>
              <a:t>xxxx</a:t>
            </a:r>
          </a:p>
        </p:txBody>
      </p:sp>
      <p:sp>
        <p:nvSpPr>
          <p:cNvPr id="270" name="xxxx"/>
          <p:cNvSpPr txBox="1"/>
          <p:nvPr/>
        </p:nvSpPr>
        <p:spPr>
          <a:xfrm>
            <a:off x="19688528" y="11091694"/>
            <a:ext cx="3576987" cy="397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sz="2000" b="1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r>
              <a:t>xxxx</a:t>
            </a:r>
          </a:p>
        </p:txBody>
      </p:sp>
      <p:sp>
        <p:nvSpPr>
          <p:cNvPr id="271" name="xxxx"/>
          <p:cNvSpPr txBox="1"/>
          <p:nvPr/>
        </p:nvSpPr>
        <p:spPr>
          <a:xfrm>
            <a:off x="19688528" y="12122661"/>
            <a:ext cx="3576987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sz="2000" b="1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r>
              <a:t>xxxx</a:t>
            </a:r>
          </a:p>
        </p:txBody>
      </p:sp>
      <p:sp>
        <p:nvSpPr>
          <p:cNvPr id="272" name="Ster"/>
          <p:cNvSpPr/>
          <p:nvPr/>
        </p:nvSpPr>
        <p:spPr>
          <a:xfrm>
            <a:off x="14884525" y="8741339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73" name="Ster"/>
          <p:cNvSpPr/>
          <p:nvPr/>
        </p:nvSpPr>
        <p:spPr>
          <a:xfrm>
            <a:off x="14395575" y="8741339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74" name="Ster"/>
          <p:cNvSpPr/>
          <p:nvPr/>
        </p:nvSpPr>
        <p:spPr>
          <a:xfrm>
            <a:off x="13902376" y="8741339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75" name="Ster"/>
          <p:cNvSpPr/>
          <p:nvPr/>
        </p:nvSpPr>
        <p:spPr>
          <a:xfrm>
            <a:off x="13413426" y="8741339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76" name="Ster"/>
          <p:cNvSpPr/>
          <p:nvPr/>
        </p:nvSpPr>
        <p:spPr>
          <a:xfrm>
            <a:off x="12924476" y="8741339"/>
            <a:ext cx="400420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77" name="Ster"/>
          <p:cNvSpPr/>
          <p:nvPr/>
        </p:nvSpPr>
        <p:spPr>
          <a:xfrm>
            <a:off x="12431277" y="8741339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78" name="Ster"/>
          <p:cNvSpPr/>
          <p:nvPr/>
        </p:nvSpPr>
        <p:spPr>
          <a:xfrm>
            <a:off x="11942327" y="8741339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79" name="Ster"/>
          <p:cNvSpPr/>
          <p:nvPr/>
        </p:nvSpPr>
        <p:spPr>
          <a:xfrm>
            <a:off x="11449128" y="8741339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80" name="Ster"/>
          <p:cNvSpPr/>
          <p:nvPr/>
        </p:nvSpPr>
        <p:spPr>
          <a:xfrm>
            <a:off x="10960178" y="8741339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81" name="Ster"/>
          <p:cNvSpPr/>
          <p:nvPr/>
        </p:nvSpPr>
        <p:spPr>
          <a:xfrm>
            <a:off x="10466978" y="8741339"/>
            <a:ext cx="400420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82" name="TextBox 31"/>
          <p:cNvSpPr txBox="1"/>
          <p:nvPr/>
        </p:nvSpPr>
        <p:spPr>
          <a:xfrm>
            <a:off x="7772451" y="8733538"/>
            <a:ext cx="2361900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lvl="1" indent="0" algn="r" defTabSz="1285875">
              <a:lnSpc>
                <a:spcPct val="100000"/>
              </a:lnSpc>
              <a:spcBef>
                <a:spcPts val="0"/>
              </a:spcBef>
              <a:buFont typeface="Arial"/>
              <a:defRPr sz="2500" b="1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Totale Rating:</a:t>
            </a:r>
          </a:p>
        </p:txBody>
      </p:sp>
      <p:sp>
        <p:nvSpPr>
          <p:cNvPr id="283" name="TextBox 31"/>
          <p:cNvSpPr txBox="1"/>
          <p:nvPr/>
        </p:nvSpPr>
        <p:spPr>
          <a:xfrm>
            <a:off x="7990237" y="5060189"/>
            <a:ext cx="7940022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Xxxx</a:t>
            </a:r>
          </a:p>
        </p:txBody>
      </p:sp>
      <p:sp>
        <p:nvSpPr>
          <p:cNvPr id="3" name="Xxxx">
            <a:extLst>
              <a:ext uri="{FF2B5EF4-FFF2-40B4-BE49-F238E27FC236}">
                <a16:creationId xmlns:a16="http://schemas.microsoft.com/office/drawing/2014/main" id="{DAD88B43-E9E9-0355-7D6A-DC26BE0017BC}"/>
              </a:ext>
            </a:extLst>
          </p:cNvPr>
          <p:cNvSpPr txBox="1"/>
          <p:nvPr/>
        </p:nvSpPr>
        <p:spPr>
          <a:xfrm>
            <a:off x="19680106" y="3329846"/>
            <a:ext cx="3576987" cy="397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sz="2000" b="1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r>
              <a:rPr lang="nl-NL"/>
              <a:t>{MV}</a:t>
            </a:r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138</Words>
  <Application>Microsoft Office PowerPoint</Application>
  <PresentationFormat>Custom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Avenir Next Condensed Regular</vt:lpstr>
      <vt:lpstr>Helvetica Neue</vt:lpstr>
      <vt:lpstr>Helvetica Neue Medium</vt:lpstr>
      <vt:lpstr>21_BasicWhite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Kramer, Roeland</dc:creator>
  <cp:lastModifiedBy>roeland kramer</cp:lastModifiedBy>
  <cp:revision>3</cp:revision>
  <dcterms:modified xsi:type="dcterms:W3CDTF">2026-03-18T12:48:00Z</dcterms:modified>
</cp:coreProperties>
</file>
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30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2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5" name="Shape 22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t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eur en datum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Auteur en datum</a:t>
            </a:r>
          </a:p>
        </p:txBody>
      </p:sp>
      <p:sp>
        <p:nvSpPr>
          <p:cNvPr id="12" name="Naam presentati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Naam presentatie</a:t>
            </a:r>
          </a:p>
        </p:txBody>
      </p:sp>
      <p:sp>
        <p:nvSpPr>
          <p:cNvPr id="13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presentatie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's en limoenen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Naam presentati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Naam presentatie</a:t>
            </a:r>
          </a:p>
        </p:txBody>
      </p:sp>
      <p:sp>
        <p:nvSpPr>
          <p:cNvPr id="23" name="Auteur en datum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Auteur en datum</a:t>
            </a:r>
          </a:p>
        </p:txBody>
      </p:sp>
      <p:sp>
        <p:nvSpPr>
          <p:cNvPr id="24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presentatie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f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chaal met zalmkoekjes, salade en hummus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Naam dia</a:t>
            </a:r>
          </a:p>
        </p:txBody>
      </p:sp>
      <p:sp>
        <p:nvSpPr>
          <p:cNvPr id="34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Ondertitel dia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psomm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aam dia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43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44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psomm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.,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61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Schaal pappardellepasta met peterselieboter, geroosterde hazelnoten en geraspte parmezaanse kaas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6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ing en livevideo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72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7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, opsomming en livevideo gro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82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8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etitel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Sectietitel</a:t>
            </a:r>
          </a:p>
        </p:txBody>
      </p:sp>
      <p:sp>
        <p:nvSpPr>
          <p:cNvPr id="92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Naam dia</a:t>
            </a:r>
          </a:p>
        </p:txBody>
      </p:sp>
      <p:sp>
        <p:nvSpPr>
          <p:cNvPr id="100" name="Ondertitel di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dia</a:t>
            </a:r>
          </a:p>
        </p:txBody>
      </p:sp>
      <p:sp>
        <p:nvSpPr>
          <p:cNvPr id="10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itel agend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Titel agenda</a:t>
            </a:r>
          </a:p>
        </p:txBody>
      </p:sp>
      <p:sp>
        <p:nvSpPr>
          <p:cNvPr id="109" name="Ondertitel agenda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Ondertitel agenda</a:t>
            </a:r>
          </a:p>
        </p:txBody>
      </p:sp>
      <p:sp>
        <p:nvSpPr>
          <p:cNvPr id="110" name="Hoofdtekst - niveau één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Agendaonderwerpen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Uiting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Groot f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Hoofdtekst - niveau één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eitinformati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Feitinformatie</a:t>
            </a:r>
          </a:p>
        </p:txBody>
      </p:sp>
      <p:sp>
        <p:nvSpPr>
          <p:cNvPr id="12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ita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oekenning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Toekenning</a:t>
            </a:r>
          </a:p>
        </p:txBody>
      </p:sp>
      <p:sp>
        <p:nvSpPr>
          <p:cNvPr id="136" name="Hoofdtekst - niveau één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“Bijzonder citaat”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 - driema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chaal salade met gebakken rijst, gekookte eieren en eetstokjes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Schaal met zalmkoekjes, salade en hummus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Schaal pappardellepasta met peterselieboter, geroosterde hazelnoten en geraspte parmezaanse kaas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chaal salade met gebakken rijst, gekookte eieren en eetstokjes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hthoek"/>
          <p:cNvSpPr/>
          <p:nvPr/>
        </p:nvSpPr>
        <p:spPr>
          <a:xfrm>
            <a:off x="7815068" y="4444274"/>
            <a:ext cx="8290361" cy="4827452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0" name="Rechthoek"/>
          <p:cNvSpPr/>
          <p:nvPr/>
        </p:nvSpPr>
        <p:spPr>
          <a:xfrm>
            <a:off x="16452494" y="7082439"/>
            <a:ext cx="7806637" cy="627798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1" name="Rechthoek"/>
          <p:cNvSpPr/>
          <p:nvPr/>
        </p:nvSpPr>
        <p:spPr>
          <a:xfrm>
            <a:off x="16452494" y="238399"/>
            <a:ext cx="7806637" cy="624607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2" name="Rechthoek"/>
          <p:cNvSpPr/>
          <p:nvPr/>
        </p:nvSpPr>
        <p:spPr>
          <a:xfrm>
            <a:off x="7815068" y="9497137"/>
            <a:ext cx="8290361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" name="Rechthoek"/>
          <p:cNvSpPr/>
          <p:nvPr/>
        </p:nvSpPr>
        <p:spPr>
          <a:xfrm>
            <a:off x="236820" y="9184885"/>
            <a:ext cx="7296901" cy="4159116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17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TextBox 38"/>
          <p:cNvSpPr txBox="1"/>
          <p:nvPr/>
        </p:nvSpPr>
        <p:spPr>
          <a:xfrm>
            <a:off x="891013" y="24564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Date of birth City of</a:t>
            </a:r>
          </a:p>
        </p:txBody>
      </p:sp>
      <p:sp>
        <p:nvSpPr>
          <p:cNvPr id="178" name="TextBox 38"/>
          <p:cNvSpPr txBox="1"/>
          <p:nvPr/>
        </p:nvSpPr>
        <p:spPr>
          <a:xfrm>
            <a:off x="891013" y="31786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City of Birth </a:t>
            </a:r>
          </a:p>
        </p:txBody>
      </p:sp>
      <p:sp>
        <p:nvSpPr>
          <p:cNvPr id="179" name="TextBox 38"/>
          <p:cNvSpPr txBox="1"/>
          <p:nvPr/>
        </p:nvSpPr>
        <p:spPr>
          <a:xfrm>
            <a:off x="123369" y="3923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Nationality</a:t>
            </a:r>
          </a:p>
        </p:txBody>
      </p:sp>
      <p:sp>
        <p:nvSpPr>
          <p:cNvPr id="180" name="TextBox 38"/>
          <p:cNvSpPr txBox="1"/>
          <p:nvPr/>
        </p:nvSpPr>
        <p:spPr>
          <a:xfrm>
            <a:off x="891013" y="46905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Height</a:t>
            </a:r>
          </a:p>
        </p:txBody>
      </p:sp>
      <p:sp>
        <p:nvSpPr>
          <p:cNvPr id="181" name="TextBox 38"/>
          <p:cNvSpPr txBox="1"/>
          <p:nvPr/>
        </p:nvSpPr>
        <p:spPr>
          <a:xfrm>
            <a:off x="891013" y="53908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Preferred foot</a:t>
            </a:r>
          </a:p>
        </p:txBody>
      </p:sp>
      <p:sp>
        <p:nvSpPr>
          <p:cNvPr id="182" name="TextBox 38"/>
          <p:cNvSpPr txBox="1"/>
          <p:nvPr/>
        </p:nvSpPr>
        <p:spPr>
          <a:xfrm>
            <a:off x="891013" y="61806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Position</a:t>
            </a:r>
          </a:p>
        </p:txBody>
      </p:sp>
      <p:sp>
        <p:nvSpPr>
          <p:cNvPr id="183" name="TextBox 38"/>
          <p:cNvSpPr txBox="1"/>
          <p:nvPr/>
        </p:nvSpPr>
        <p:spPr>
          <a:xfrm>
            <a:off x="891013" y="69245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League</a:t>
            </a:r>
          </a:p>
        </p:txBody>
      </p:sp>
      <p:sp>
        <p:nvSpPr>
          <p:cNvPr id="184" name="TextBox 38"/>
          <p:cNvSpPr txBox="1"/>
          <p:nvPr/>
        </p:nvSpPr>
        <p:spPr>
          <a:xfrm>
            <a:off x="891013" y="7670787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Club</a:t>
            </a:r>
          </a:p>
        </p:txBody>
      </p:sp>
      <p:sp>
        <p:nvSpPr>
          <p:cNvPr id="185" name="Freeform 5"/>
          <p:cNvSpPr/>
          <p:nvPr/>
        </p:nvSpPr>
        <p:spPr>
          <a:xfrm>
            <a:off x="1391022" y="2443754"/>
            <a:ext cx="5347679" cy="25401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Freeform 6"/>
          <p:cNvSpPr/>
          <p:nvPr/>
        </p:nvSpPr>
        <p:spPr>
          <a:xfrm>
            <a:off x="3354632" y="2618088"/>
            <a:ext cx="3849867" cy="6101372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7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2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3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  <a:r>
              <a:t> 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96" name="TextBox 41"/>
          <p:cNvSpPr txBox="1"/>
          <p:nvPr/>
        </p:nvSpPr>
        <p:spPr>
          <a:xfrm>
            <a:off x="7997574" y="9711161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Video scouting</a:t>
            </a:r>
          </a:p>
        </p:txBody>
      </p:sp>
      <p:sp>
        <p:nvSpPr>
          <p:cNvPr id="197" name="TextBox 45"/>
          <p:cNvSpPr txBox="1"/>
          <p:nvPr/>
        </p:nvSpPr>
        <p:spPr>
          <a:xfrm>
            <a:off x="16630229" y="1300195"/>
            <a:ext cx="3041456" cy="4442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End of contract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Transfer value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Market value (TM)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Agency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Agent</a:t>
            </a:r>
          </a:p>
        </p:txBody>
      </p:sp>
      <p:sp>
        <p:nvSpPr>
          <p:cNvPr id="198" name="Rechthoek"/>
          <p:cNvSpPr/>
          <p:nvPr/>
        </p:nvSpPr>
        <p:spPr>
          <a:xfrm>
            <a:off x="19633159" y="1257722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9" name="Rechthoek"/>
          <p:cNvSpPr/>
          <p:nvPr/>
        </p:nvSpPr>
        <p:spPr>
          <a:xfrm>
            <a:off x="19633159" y="2189245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0" name="Rechthoek"/>
          <p:cNvSpPr/>
          <p:nvPr/>
        </p:nvSpPr>
        <p:spPr>
          <a:xfrm>
            <a:off x="19633159" y="3227717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1" name="Rechthoek"/>
          <p:cNvSpPr/>
          <p:nvPr/>
        </p:nvSpPr>
        <p:spPr>
          <a:xfrm>
            <a:off x="19633159" y="430898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2" name="Rechthoek"/>
          <p:cNvSpPr/>
          <p:nvPr/>
        </p:nvSpPr>
        <p:spPr>
          <a:xfrm>
            <a:off x="19633159" y="5293979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3" name="TextBox 46"/>
          <p:cNvSpPr txBox="1"/>
          <p:nvPr/>
        </p:nvSpPr>
        <p:spPr>
          <a:xfrm>
            <a:off x="16668329" y="8017978"/>
            <a:ext cx="2913549" cy="4442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Prediction year 2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Next step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Moment to sell</a:t>
            </a:r>
          </a:p>
          <a:p>
            <a: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Future transfer fee</a:t>
            </a:r>
          </a:p>
        </p:txBody>
      </p:sp>
      <p:sp>
        <p:nvSpPr>
          <p:cNvPr id="204" name="Rechthoek"/>
          <p:cNvSpPr/>
          <p:nvPr/>
        </p:nvSpPr>
        <p:spPr>
          <a:xfrm>
            <a:off x="19620794" y="7902892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5" name="Rechthoek"/>
          <p:cNvSpPr/>
          <p:nvPr/>
        </p:nvSpPr>
        <p:spPr>
          <a:xfrm>
            <a:off x="19620794" y="8937011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6" name="Rechthoek"/>
          <p:cNvSpPr/>
          <p:nvPr/>
        </p:nvSpPr>
        <p:spPr>
          <a:xfrm>
            <a:off x="19620794" y="9936204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7" name="Rechthoek"/>
          <p:cNvSpPr/>
          <p:nvPr/>
        </p:nvSpPr>
        <p:spPr>
          <a:xfrm>
            <a:off x="19620794" y="10961437"/>
            <a:ext cx="3648990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8" name="Rechthoek"/>
          <p:cNvSpPr/>
          <p:nvPr/>
        </p:nvSpPr>
        <p:spPr>
          <a:xfrm>
            <a:off x="19620794" y="11986672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9" name="Rechthoek"/>
          <p:cNvSpPr/>
          <p:nvPr/>
        </p:nvSpPr>
        <p:spPr>
          <a:xfrm>
            <a:off x="11224878" y="9728094"/>
            <a:ext cx="4161630" cy="337572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10" name="TextBox 43"/>
          <p:cNvSpPr txBox="1"/>
          <p:nvPr/>
        </p:nvSpPr>
        <p:spPr>
          <a:xfrm>
            <a:off x="11254476" y="334915"/>
            <a:ext cx="2051216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Last season</a:t>
            </a:r>
          </a:p>
        </p:txBody>
      </p:sp>
      <p:sp>
        <p:nvSpPr>
          <p:cNvPr id="211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sz="2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Career</a:t>
            </a:r>
          </a:p>
        </p:txBody>
      </p:sp>
      <p:sp>
        <p:nvSpPr>
          <p:cNvPr id="212" name="TextBox 46"/>
          <p:cNvSpPr txBox="1"/>
          <p:nvPr/>
        </p:nvSpPr>
        <p:spPr>
          <a:xfrm>
            <a:off x="16681484" y="7276430"/>
            <a:ext cx="291354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sz="31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Predictions</a:t>
            </a:r>
          </a:p>
        </p:txBody>
      </p:sp>
      <p:sp>
        <p:nvSpPr>
          <p:cNvPr id="213" name="TextBox 45"/>
          <p:cNvSpPr txBox="1"/>
          <p:nvPr/>
        </p:nvSpPr>
        <p:spPr>
          <a:xfrm>
            <a:off x="16604375" y="210273"/>
            <a:ext cx="3041456" cy="713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5600"/>
              </a:lnSpc>
              <a:spcBef>
                <a:spcPts val="0"/>
              </a:spcBef>
              <a:defRPr sz="3100" b="1"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Transfer details</a:t>
            </a:r>
          </a:p>
        </p:txBody>
      </p:sp>
      <p:sp>
        <p:nvSpPr>
          <p:cNvPr id="214" name="TextBox 47"/>
          <p:cNvSpPr txBox="1"/>
          <p:nvPr/>
        </p:nvSpPr>
        <p:spPr>
          <a:xfrm>
            <a:off x="8001808" y="45629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pic>
        <p:nvPicPr>
          <p:cNvPr id="215" name="Afbeelding" descr="Afbeeld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98" y="9387546"/>
            <a:ext cx="3424375" cy="4505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pasted-image.tiff" descr="pasted-image.tiff"/>
          <p:cNvPicPr>
            <a:picLocks noChangeAspect="1"/>
          </p:cNvPicPr>
          <p:nvPr/>
        </p:nvPicPr>
        <p:blipFill>
          <a:blip r:embed="rId6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4162415" y="10035712"/>
            <a:ext cx="3792538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17" name="Rechthoek"/>
          <p:cNvSpPr/>
          <p:nvPr/>
        </p:nvSpPr>
        <p:spPr>
          <a:xfrm>
            <a:off x="4657163" y="9240539"/>
            <a:ext cx="2808750" cy="4047808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1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am dia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Naam dia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Dia-opsommingstekst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hthoek"/>
          <p:cNvSpPr/>
          <p:nvPr/>
        </p:nvSpPr>
        <p:spPr>
          <a:xfrm>
            <a:off x="11224878" y="9728094"/>
            <a:ext cx="4161630" cy="337572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blurRad="50800" dist="25400" dir="5400000" rotWithShape="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28" name="Freeform 5"/>
          <p:cNvSpPr/>
          <p:nvPr/>
        </p:nvSpPr>
        <p:spPr>
          <a:xfrm>
            <a:off x="1391022" y="24437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29" name="TextBox 11"/>
          <p:cNvSpPr txBox="1"/>
          <p:nvPr/>
        </p:nvSpPr>
        <p:spPr>
          <a:xfrm>
            <a:off x="3427043" y="283551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DD/MM/YYYY</a:t>
            </a:r>
            <a:r>
              <a:rPr lang="nl-NL"/>
              <a:t>}</a:t>
            </a:r>
            <a:endParaRPr/>
          </a:p>
        </p:txBody>
      </p:sp>
      <p:sp>
        <p:nvSpPr>
          <p:cNvPr id="230" name="TextBox 37"/>
          <p:cNvSpPr txBox="1"/>
          <p:nvPr/>
        </p:nvSpPr>
        <p:spPr>
          <a:xfrm>
            <a:off x="3560379" y="664557"/>
            <a:ext cx="3041456" cy="625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sz="3700" b="1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r>
              <a:rPr lang="nl-NL"/>
              <a:t>{Name}</a:t>
            </a:r>
            <a:endParaRPr/>
          </a:p>
        </p:txBody>
      </p:sp>
      <p:sp>
        <p:nvSpPr>
          <p:cNvPr id="231" name="TextBox 23"/>
          <p:cNvSpPr txBox="1"/>
          <p:nvPr/>
        </p:nvSpPr>
        <p:spPr>
          <a:xfrm>
            <a:off x="11312885" y="9891958"/>
            <a:ext cx="3985617" cy="2263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232" name="Rechthoek"/>
          <p:cNvSpPr/>
          <p:nvPr/>
        </p:nvSpPr>
        <p:spPr>
          <a:xfrm>
            <a:off x="1495213" y="298405"/>
            <a:ext cx="1864074" cy="20436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33" name="TextBox 11"/>
          <p:cNvSpPr txBox="1"/>
          <p:nvPr/>
        </p:nvSpPr>
        <p:spPr>
          <a:xfrm>
            <a:off x="3427043" y="3576956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Place</a:t>
            </a:r>
            <a:r>
              <a:rPr lang="nl-NL"/>
              <a:t>}</a:t>
            </a:r>
            <a:endParaRPr/>
          </a:p>
        </p:txBody>
      </p:sp>
      <p:sp>
        <p:nvSpPr>
          <p:cNvPr id="234" name="TextBox 11"/>
          <p:cNvSpPr txBox="1"/>
          <p:nvPr/>
        </p:nvSpPr>
        <p:spPr>
          <a:xfrm>
            <a:off x="3427043" y="4320683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{Nationalities}</a:t>
            </a:r>
            <a:endParaRPr/>
          </a:p>
        </p:txBody>
      </p:sp>
      <p:sp>
        <p:nvSpPr>
          <p:cNvPr id="235" name="TextBox 11"/>
          <p:cNvSpPr txBox="1"/>
          <p:nvPr/>
        </p:nvSpPr>
        <p:spPr>
          <a:xfrm>
            <a:off x="3427043" y="506055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Height</a:t>
            </a:r>
            <a:r>
              <a:rPr lang="nl-NL"/>
              <a:t>}</a:t>
            </a:r>
            <a:endParaRPr/>
          </a:p>
        </p:txBody>
      </p:sp>
      <p:sp>
        <p:nvSpPr>
          <p:cNvPr id="236" name="TextBox 11"/>
          <p:cNvSpPr txBox="1"/>
          <p:nvPr/>
        </p:nvSpPr>
        <p:spPr>
          <a:xfrm>
            <a:off x="3427043" y="5848798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Preferred Foot</a:t>
            </a:r>
            <a:r>
              <a:rPr lang="nl-NL"/>
              <a:t>}</a:t>
            </a:r>
            <a:endParaRPr/>
          </a:p>
        </p:txBody>
      </p:sp>
      <p:sp>
        <p:nvSpPr>
          <p:cNvPr id="237" name="TextBox 11"/>
          <p:cNvSpPr txBox="1"/>
          <p:nvPr/>
        </p:nvSpPr>
        <p:spPr>
          <a:xfrm>
            <a:off x="3427043" y="6592399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Position</a:t>
            </a:r>
            <a:r>
              <a:rPr lang="nl-NL"/>
              <a:t>}</a:t>
            </a:r>
            <a:endParaRPr/>
          </a:p>
        </p:txBody>
      </p:sp>
      <p:sp>
        <p:nvSpPr>
          <p:cNvPr id="238" name="TextBox 11"/>
          <p:cNvSpPr txBox="1"/>
          <p:nvPr/>
        </p:nvSpPr>
        <p:spPr>
          <a:xfrm>
            <a:off x="3427043" y="7332274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League</a:t>
            </a:r>
            <a:r>
              <a:rPr lang="nl-NL"/>
              <a:t>}</a:t>
            </a:r>
            <a:endParaRPr/>
          </a:p>
        </p:txBody>
      </p:sp>
      <p:sp>
        <p:nvSpPr>
          <p:cNvPr id="239" name="TextBox 11"/>
          <p:cNvSpPr txBox="1"/>
          <p:nvPr/>
        </p:nvSpPr>
        <p:spPr>
          <a:xfrm>
            <a:off x="3427043" y="8114556"/>
            <a:ext cx="3686159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</a:t>
            </a:r>
            <a:r>
              <a:t>Club</a:t>
            </a:r>
            <a:r>
              <a:rPr lang="nl-NL"/>
              <a:t>}</a:t>
            </a:r>
            <a:endParaRPr/>
          </a:p>
        </p:txBody>
      </p:sp>
      <p:sp>
        <p:nvSpPr>
          <p:cNvPr id="240" name="TextBox 11"/>
          <p:cNvSpPr txBox="1"/>
          <p:nvPr/>
        </p:nvSpPr>
        <p:spPr>
          <a:xfrm>
            <a:off x="11203802" y="1088478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{Season_m}</a:t>
            </a:r>
            <a:endParaRPr/>
          </a:p>
        </p:txBody>
      </p:sp>
      <p:sp>
        <p:nvSpPr>
          <p:cNvPr id="241" name="TextBox 11"/>
          <p:cNvSpPr txBox="1"/>
          <p:nvPr/>
        </p:nvSpPr>
        <p:spPr>
          <a:xfrm>
            <a:off x="11203802" y="1806760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{season_min}</a:t>
            </a:r>
            <a:endParaRPr/>
          </a:p>
        </p:txBody>
      </p:sp>
      <p:sp>
        <p:nvSpPr>
          <p:cNvPr id="242" name="TextBox 11"/>
          <p:cNvSpPr txBox="1"/>
          <p:nvPr/>
        </p:nvSpPr>
        <p:spPr>
          <a:xfrm>
            <a:off x="11203802" y="2611665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{season_g}</a:t>
            </a:r>
            <a:endParaRPr/>
          </a:p>
        </p:txBody>
      </p:sp>
      <p:sp>
        <p:nvSpPr>
          <p:cNvPr id="243" name="TextBox 11"/>
          <p:cNvSpPr txBox="1"/>
          <p:nvPr/>
        </p:nvSpPr>
        <p:spPr>
          <a:xfrm>
            <a:off x="11203802" y="3370677"/>
            <a:ext cx="2152564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r>
              <a:rPr lang="nl-NL"/>
              <a:t>{season_a}</a:t>
            </a:r>
            <a:endParaRPr/>
          </a:p>
        </p:txBody>
      </p:sp>
      <p:sp>
        <p:nvSpPr>
          <p:cNvPr id="244" name="TextBox 11"/>
          <p:cNvSpPr txBox="1"/>
          <p:nvPr/>
        </p:nvSpPr>
        <p:spPr>
          <a:xfrm>
            <a:off x="13587460" y="1088478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endParaRPr/>
          </a:p>
        </p:txBody>
      </p:sp>
      <p:sp>
        <p:nvSpPr>
          <p:cNvPr id="245" name="TextBox 11"/>
          <p:cNvSpPr txBox="1"/>
          <p:nvPr/>
        </p:nvSpPr>
        <p:spPr>
          <a:xfrm>
            <a:off x="13587460" y="1806760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endParaRPr/>
          </a:p>
        </p:txBody>
      </p:sp>
      <p:sp>
        <p:nvSpPr>
          <p:cNvPr id="246" name="TextBox 11"/>
          <p:cNvSpPr txBox="1"/>
          <p:nvPr/>
        </p:nvSpPr>
        <p:spPr>
          <a:xfrm>
            <a:off x="13587460" y="2611665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endParaRPr/>
          </a:p>
        </p:txBody>
      </p:sp>
      <p:sp>
        <p:nvSpPr>
          <p:cNvPr id="247" name="TextBox 11"/>
          <p:cNvSpPr txBox="1"/>
          <p:nvPr/>
        </p:nvSpPr>
        <p:spPr>
          <a:xfrm>
            <a:off x="13587460" y="3370677"/>
            <a:ext cx="2152563" cy="35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ts val="3000"/>
              </a:lnSpc>
              <a:spcBef>
                <a:spcPts val="0"/>
              </a:spcBef>
              <a:defRPr sz="20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 defTabSz="914400"/>
            <a:endParaRPr/>
          </a:p>
        </p:txBody>
      </p:sp>
      <p:pic>
        <p:nvPicPr>
          <p:cNvPr id="248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</a:blip>
          <a:srcRect l="4545" t="19455" r="2655" b="21337"/>
          <a:stretch>
            <a:fillRect/>
          </a:stretch>
        </p:blipFill>
        <p:spPr>
          <a:xfrm rot="16200000">
            <a:off x="4162415" y="10035712"/>
            <a:ext cx="3792538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49" name="9"/>
          <p:cNvSpPr/>
          <p:nvPr/>
        </p:nvSpPr>
        <p:spPr>
          <a:xfrm>
            <a:off x="5874008" y="10061997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250" name="11"/>
          <p:cNvSpPr/>
          <p:nvPr/>
        </p:nvSpPr>
        <p:spPr>
          <a:xfrm>
            <a:off x="5069392" y="1039028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251" name="7"/>
          <p:cNvSpPr/>
          <p:nvPr/>
        </p:nvSpPr>
        <p:spPr>
          <a:xfrm>
            <a:off x="6678620" y="1039028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252" name="8"/>
          <p:cNvSpPr/>
          <p:nvPr/>
        </p:nvSpPr>
        <p:spPr>
          <a:xfrm>
            <a:off x="5482687" y="10967522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253" name="6"/>
          <p:cNvSpPr/>
          <p:nvPr/>
        </p:nvSpPr>
        <p:spPr>
          <a:xfrm>
            <a:off x="5874008" y="11451456"/>
            <a:ext cx="369516" cy="383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254" name="5"/>
          <p:cNvSpPr/>
          <p:nvPr/>
        </p:nvSpPr>
        <p:spPr>
          <a:xfrm>
            <a:off x="5016026" y="11683215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255" name="2"/>
          <p:cNvSpPr/>
          <p:nvPr/>
        </p:nvSpPr>
        <p:spPr>
          <a:xfrm>
            <a:off x="6749772" y="11683215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256" name="4"/>
          <p:cNvSpPr/>
          <p:nvPr/>
        </p:nvSpPr>
        <p:spPr>
          <a:xfrm>
            <a:off x="5482687" y="11997624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257" name="3"/>
          <p:cNvSpPr/>
          <p:nvPr/>
        </p:nvSpPr>
        <p:spPr>
          <a:xfrm>
            <a:off x="6267685" y="11997624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258" name="1"/>
          <p:cNvSpPr/>
          <p:nvPr/>
        </p:nvSpPr>
        <p:spPr>
          <a:xfrm>
            <a:off x="5874008" y="12605563"/>
            <a:ext cx="369516" cy="3835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259" name="Rechthoek"/>
          <p:cNvSpPr/>
          <p:nvPr/>
        </p:nvSpPr>
        <p:spPr>
          <a:xfrm>
            <a:off x="4657163" y="9240539"/>
            <a:ext cx="2808750" cy="4047808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0" name="10"/>
          <p:cNvSpPr/>
          <p:nvPr/>
        </p:nvSpPr>
        <p:spPr>
          <a:xfrm>
            <a:off x="6096260" y="10724723"/>
            <a:ext cx="369516" cy="383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sz="14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pic>
        <p:nvPicPr>
          <p:cNvPr id="261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" y="9387546"/>
            <a:ext cx="3424375" cy="450504"/>
          </a:xfrm>
          <a:prstGeom prst="rect">
            <a:avLst/>
          </a:prstGeom>
          <a:ln w="12700">
            <a:miter lim="400000"/>
          </a:ln>
        </p:spPr>
      </p:pic>
      <p:sp>
        <p:nvSpPr>
          <p:cNvPr id="262" name="Xxxx"/>
          <p:cNvSpPr txBox="1"/>
          <p:nvPr/>
        </p:nvSpPr>
        <p:spPr>
          <a:xfrm>
            <a:off x="19688528" y="1355032"/>
            <a:ext cx="3576987" cy="392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{con_DD/MM/YYYY}</a:t>
            </a:r>
          </a:p>
        </p:txBody>
      </p:sp>
      <p:sp>
        <p:nvSpPr>
          <p:cNvPr id="263" name="Xxxx"/>
          <p:cNvSpPr txBox="1"/>
          <p:nvPr/>
        </p:nvSpPr>
        <p:spPr>
          <a:xfrm>
            <a:off x="19688528" y="2284413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{TV}</a:t>
            </a:r>
            <a:endParaRPr/>
          </a:p>
        </p:txBody>
      </p:sp>
      <p:sp>
        <p:nvSpPr>
          <p:cNvPr id="264" name="Xxxx"/>
          <p:cNvSpPr txBox="1"/>
          <p:nvPr/>
        </p:nvSpPr>
        <p:spPr>
          <a:xfrm>
            <a:off x="19688528" y="3371018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endParaRPr/>
          </a:p>
        </p:txBody>
      </p:sp>
      <p:sp>
        <p:nvSpPr>
          <p:cNvPr id="265" name="Xxxx"/>
          <p:cNvSpPr txBox="1"/>
          <p:nvPr/>
        </p:nvSpPr>
        <p:spPr>
          <a:xfrm>
            <a:off x="19688528" y="4404149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{Agency}</a:t>
            </a:r>
            <a:endParaRPr/>
          </a:p>
        </p:txBody>
      </p:sp>
      <p:sp>
        <p:nvSpPr>
          <p:cNvPr id="266" name="xxxx"/>
          <p:cNvSpPr txBox="1"/>
          <p:nvPr/>
        </p:nvSpPr>
        <p:spPr>
          <a:xfrm>
            <a:off x="19680107" y="5351780"/>
            <a:ext cx="3576986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rPr lang="nl-NL"/>
              <a:t>{Agent}</a:t>
            </a:r>
            <a:endParaRPr/>
          </a:p>
        </p:txBody>
      </p:sp>
      <p:sp>
        <p:nvSpPr>
          <p:cNvPr id="267" name="xxxx"/>
          <p:cNvSpPr txBox="1"/>
          <p:nvPr/>
        </p:nvSpPr>
        <p:spPr>
          <a:xfrm>
            <a:off x="19688528" y="8021534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68" name="xxxx"/>
          <p:cNvSpPr txBox="1"/>
          <p:nvPr/>
        </p:nvSpPr>
        <p:spPr>
          <a:xfrm>
            <a:off x="19688528" y="9041475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69" name="xxxx"/>
          <p:cNvSpPr txBox="1"/>
          <p:nvPr/>
        </p:nvSpPr>
        <p:spPr>
          <a:xfrm>
            <a:off x="19688528" y="10055647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0" name="xxxx"/>
          <p:cNvSpPr txBox="1"/>
          <p:nvPr/>
        </p:nvSpPr>
        <p:spPr>
          <a:xfrm>
            <a:off x="19688528" y="11091694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1" name="xxxx"/>
          <p:cNvSpPr txBox="1"/>
          <p:nvPr/>
        </p:nvSpPr>
        <p:spPr>
          <a:xfrm>
            <a:off x="19688528" y="12122661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sz="2000" b="1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r>
              <a:t>xxxx</a:t>
            </a:r>
          </a:p>
        </p:txBody>
      </p:sp>
      <p:sp>
        <p:nvSpPr>
          <p:cNvPr id="272" name="Ster"/>
          <p:cNvSpPr/>
          <p:nvPr/>
        </p:nvSpPr>
        <p:spPr>
          <a:xfrm>
            <a:off x="14884525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3" name="Ster"/>
          <p:cNvSpPr/>
          <p:nvPr/>
        </p:nvSpPr>
        <p:spPr>
          <a:xfrm>
            <a:off x="14395575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4" name="Ster"/>
          <p:cNvSpPr/>
          <p:nvPr/>
        </p:nvSpPr>
        <p:spPr>
          <a:xfrm>
            <a:off x="13902376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5" name="Ster"/>
          <p:cNvSpPr/>
          <p:nvPr/>
        </p:nvSpPr>
        <p:spPr>
          <a:xfrm>
            <a:off x="13413426" y="8741339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6" name="Ster"/>
          <p:cNvSpPr/>
          <p:nvPr/>
        </p:nvSpPr>
        <p:spPr>
          <a:xfrm>
            <a:off x="12924476" y="8741339"/>
            <a:ext cx="400420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7" name="Ster"/>
          <p:cNvSpPr/>
          <p:nvPr/>
        </p:nvSpPr>
        <p:spPr>
          <a:xfrm>
            <a:off x="12431277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8" name="Ster"/>
          <p:cNvSpPr/>
          <p:nvPr/>
        </p:nvSpPr>
        <p:spPr>
          <a:xfrm>
            <a:off x="11942327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9" name="Ster"/>
          <p:cNvSpPr/>
          <p:nvPr/>
        </p:nvSpPr>
        <p:spPr>
          <a:xfrm>
            <a:off x="11449128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0" name="Ster"/>
          <p:cNvSpPr/>
          <p:nvPr/>
        </p:nvSpPr>
        <p:spPr>
          <a:xfrm>
            <a:off x="10960178" y="8741339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1" name="Ster"/>
          <p:cNvSpPr/>
          <p:nvPr/>
        </p:nvSpPr>
        <p:spPr>
          <a:xfrm>
            <a:off x="10466978" y="8741339"/>
            <a:ext cx="400420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2" name="TextBox 31"/>
          <p:cNvSpPr txBox="1"/>
          <p:nvPr/>
        </p:nvSpPr>
        <p:spPr>
          <a:xfrm>
            <a:off x="7772451" y="8733538"/>
            <a:ext cx="236190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lvl="1" indent="0" algn="r" defTabSz="1285875">
              <a:lnSpc>
                <a:spcPct val="100000"/>
              </a:lnSpc>
              <a:spcBef>
                <a:spcPts val="0"/>
              </a:spcBef>
              <a:buFont typeface="Arial"/>
              <a:defRPr sz="2500" b="1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Totale Rating:</a:t>
            </a:r>
          </a:p>
        </p:txBody>
      </p:sp>
      <p:sp>
        <p:nvSpPr>
          <p:cNvPr id="283" name="TextBox 31"/>
          <p:cNvSpPr txBox="1"/>
          <p:nvPr/>
        </p:nvSpPr>
        <p:spPr>
          <a:xfrm>
            <a:off x="7990237" y="5060189"/>
            <a:ext cx="794002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Xxxx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135</Words>
  <Application>Microsoft Office PowerPoint</Application>
  <PresentationFormat>Custom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 Next Condensed Regular</vt:lpstr>
      <vt:lpstr>Helvetica Neue</vt:lpstr>
      <vt:lpstr>Helvetica Neue Medium</vt:lpstr>
      <vt:lpstr>21_BasicWhite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</cp:revision>
  <dcterms:modified xsi:type="dcterms:W3CDTF">2026-03-18T12:19:49Z</dcterms:modified>
</cp:coreProperties>
</file>